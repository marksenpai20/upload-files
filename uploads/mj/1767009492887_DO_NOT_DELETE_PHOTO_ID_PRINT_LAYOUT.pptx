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9" r:id="rId3"/>
    <p:sldId id="260" r:id="rId4"/>
    <p:sldId id="261" r:id="rId5"/>
    <p:sldId id="258" r:id="rId6"/>
    <p:sldId id="263" r:id="rId7"/>
    <p:sldId id="262" r:id="rId8"/>
    <p:sldId id="265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x1" id="{24f4e593-0d21-4915-b21e-ef0250f9eb38}">
          <p14:sldIdLst>
            <p14:sldId id="259"/>
            <p14:sldId id="260"/>
            <p14:sldId id="261"/>
          </p14:sldIdLst>
        </p14:section>
        <p14:section name="2x2" id="{28f1e029-3f9e-4228-b259-04dbaaa7b45a}">
          <p14:sldIdLst>
            <p14:sldId id="258"/>
            <p14:sldId id="263"/>
            <p14:sldId id="262"/>
          </p14:sldIdLst>
        </p14:section>
        <p14:section name="2.5 x 3.5" id="{4f11d0a9-a41b-44b5-b053-9c85d990ccc2}">
          <p14:sldIdLst>
            <p14:sldId id="265"/>
            <p14:sldId id="266"/>
          </p14:sldIdLst>
        </p14:section>
        <p14:section name="Passport Sizee" id="{f64e2f7e-f5c4-49f8-881d-1acc0ed412ae}">
          <p14:sldIdLst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956310" y="603885"/>
            <a:ext cx="917510" cy="914400"/>
          </a:xfrm>
          <a:prstGeom prst="rect">
            <a:avLst/>
          </a:prstGeom>
        </p:spPr>
      </p:pic>
      <p:pic>
        <p:nvPicPr>
          <p:cNvPr id="6" name="Picture 5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956310" y="2284730"/>
            <a:ext cx="917510" cy="914400"/>
          </a:xfrm>
          <a:prstGeom prst="rect">
            <a:avLst/>
          </a:prstGeom>
        </p:spPr>
      </p:pic>
      <p:pic>
        <p:nvPicPr>
          <p:cNvPr id="7" name="Picture 6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956310" y="3759835"/>
            <a:ext cx="917510" cy="914400"/>
          </a:xfrm>
          <a:prstGeom prst="rect">
            <a:avLst/>
          </a:prstGeom>
        </p:spPr>
      </p:pic>
      <p:pic>
        <p:nvPicPr>
          <p:cNvPr id="8" name="Picture 7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956310" y="5359400"/>
            <a:ext cx="91751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USER\Desktop\PRINT\IMG_20250829_135537.jpgIMG_20250829_135537"/>
          <p:cNvPicPr/>
          <p:nvPr/>
        </p:nvPicPr>
        <p:blipFill>
          <a:blip r:embed="rId1"/>
          <a:srcRect t="11070" b="11070"/>
          <a:stretch>
            <a:fillRect/>
          </a:stretch>
        </p:blipFill>
        <p:spPr>
          <a:xfrm>
            <a:off x="1301115" y="315595"/>
            <a:ext cx="917510" cy="914400"/>
          </a:xfrm>
          <a:prstGeom prst="rect">
            <a:avLst/>
          </a:prstGeom>
        </p:spPr>
      </p:pic>
      <p:pic>
        <p:nvPicPr>
          <p:cNvPr id="6" name="Picture 5" descr="C:\Users\USER\Desktop\PRINT\IMG_20250829_135537.jpgIMG_20250829_135537"/>
          <p:cNvPicPr/>
          <p:nvPr/>
        </p:nvPicPr>
        <p:blipFill>
          <a:blip r:embed="rId1"/>
          <a:srcRect t="11070" b="11070"/>
          <a:stretch>
            <a:fillRect/>
          </a:stretch>
        </p:blipFill>
        <p:spPr>
          <a:xfrm>
            <a:off x="1360170" y="1633220"/>
            <a:ext cx="917510" cy="914400"/>
          </a:xfrm>
          <a:prstGeom prst="rect">
            <a:avLst/>
          </a:prstGeom>
        </p:spPr>
      </p:pic>
      <p:pic>
        <p:nvPicPr>
          <p:cNvPr id="7" name="Picture 6" descr="C:\Users\USER\Desktop\PRINT\IMG_20250829_135642.jpgIMG_20250829_135642"/>
          <p:cNvPicPr/>
          <p:nvPr/>
        </p:nvPicPr>
        <p:blipFill>
          <a:blip r:embed="rId2"/>
          <a:srcRect t="17645" b="17645"/>
          <a:stretch>
            <a:fillRect/>
          </a:stretch>
        </p:blipFill>
        <p:spPr>
          <a:xfrm>
            <a:off x="4116705" y="1854200"/>
            <a:ext cx="917510" cy="914400"/>
          </a:xfrm>
          <a:prstGeom prst="rect">
            <a:avLst/>
          </a:prstGeom>
        </p:spPr>
      </p:pic>
      <p:pic>
        <p:nvPicPr>
          <p:cNvPr id="8" name="Picture 7" descr="C:\Users\USER\Desktop\PRINT\IMG_20250829_135537.jpgIMG_20250829_135537"/>
          <p:cNvPicPr/>
          <p:nvPr/>
        </p:nvPicPr>
        <p:blipFill>
          <a:blip r:embed="rId1"/>
          <a:srcRect t="11070" b="11070"/>
          <a:stretch>
            <a:fillRect/>
          </a:stretch>
        </p:blipFill>
        <p:spPr>
          <a:xfrm>
            <a:off x="1301115" y="4290060"/>
            <a:ext cx="917510" cy="914400"/>
          </a:xfrm>
          <a:prstGeom prst="rect">
            <a:avLst/>
          </a:prstGeom>
        </p:spPr>
      </p:pic>
      <p:pic>
        <p:nvPicPr>
          <p:cNvPr id="11" name="Picture 10" descr="C:\Users\USER\Desktop\PRINT\IMG_20250829_135537.jpgIMG_20250829_135537"/>
          <p:cNvPicPr/>
          <p:nvPr/>
        </p:nvPicPr>
        <p:blipFill>
          <a:blip r:embed="rId1"/>
          <a:srcRect t="11070" b="11070"/>
          <a:stretch>
            <a:fillRect/>
          </a:stretch>
        </p:blipFill>
        <p:spPr>
          <a:xfrm>
            <a:off x="1360170" y="5686425"/>
            <a:ext cx="917510" cy="914400"/>
          </a:xfrm>
          <a:prstGeom prst="rect">
            <a:avLst/>
          </a:prstGeom>
        </p:spPr>
      </p:pic>
      <p:pic>
        <p:nvPicPr>
          <p:cNvPr id="2" name="Picture 1" descr="C:\Users\USER\Desktop\PRINT\IMG_20250829_135642.jpgIMG_20250829_135642"/>
          <p:cNvPicPr/>
          <p:nvPr/>
        </p:nvPicPr>
        <p:blipFill>
          <a:blip r:embed="rId2"/>
          <a:srcRect t="17645" b="17645"/>
          <a:stretch>
            <a:fillRect/>
          </a:stretch>
        </p:blipFill>
        <p:spPr>
          <a:xfrm>
            <a:off x="4116705" y="548640"/>
            <a:ext cx="917510" cy="914400"/>
          </a:xfrm>
          <a:prstGeom prst="rect">
            <a:avLst/>
          </a:prstGeom>
        </p:spPr>
      </p:pic>
      <p:pic>
        <p:nvPicPr>
          <p:cNvPr id="3" name="Picture 2" descr="C:\Users\USER\Desktop\PRINT\IMG_20250829_135642.jpgIMG_20250829_135642"/>
          <p:cNvPicPr/>
          <p:nvPr/>
        </p:nvPicPr>
        <p:blipFill>
          <a:blip r:embed="rId2"/>
          <a:srcRect t="17645" b="17645"/>
          <a:stretch>
            <a:fillRect/>
          </a:stretch>
        </p:blipFill>
        <p:spPr>
          <a:xfrm>
            <a:off x="4116705" y="3159760"/>
            <a:ext cx="917510" cy="914400"/>
          </a:xfrm>
          <a:prstGeom prst="rect">
            <a:avLst/>
          </a:prstGeom>
        </p:spPr>
      </p:pic>
      <p:pic>
        <p:nvPicPr>
          <p:cNvPr id="4" name="Picture 3" descr="C:\Users\USER\Desktop\PRINT\IMG_20250829_135537.jpgIMG_20250829_135537"/>
          <p:cNvPicPr/>
          <p:nvPr/>
        </p:nvPicPr>
        <p:blipFill>
          <a:blip r:embed="rId1"/>
          <a:srcRect t="11070" b="11070"/>
          <a:stretch>
            <a:fillRect/>
          </a:stretch>
        </p:blipFill>
        <p:spPr>
          <a:xfrm>
            <a:off x="1360170" y="2893695"/>
            <a:ext cx="917510" cy="914400"/>
          </a:xfrm>
          <a:prstGeom prst="rect">
            <a:avLst/>
          </a:prstGeom>
        </p:spPr>
      </p:pic>
      <p:pic>
        <p:nvPicPr>
          <p:cNvPr id="9" name="Picture 8" descr="C:\Users\USER\Desktop\PRINT\IMG_20250829_135642.jpgIMG_20250829_135642"/>
          <p:cNvPicPr/>
          <p:nvPr/>
        </p:nvPicPr>
        <p:blipFill>
          <a:blip r:embed="rId2"/>
          <a:srcRect t="17645" b="17645"/>
          <a:stretch>
            <a:fillRect/>
          </a:stretch>
        </p:blipFill>
        <p:spPr>
          <a:xfrm>
            <a:off x="4116705" y="4532630"/>
            <a:ext cx="917510" cy="914400"/>
          </a:xfrm>
          <a:prstGeom prst="rect">
            <a:avLst/>
          </a:prstGeom>
        </p:spPr>
      </p:pic>
      <p:pic>
        <p:nvPicPr>
          <p:cNvPr id="10" name="Picture 9" descr="C:\Users\USER\Desktop\PRINT\IMG_20250829_135642.jpgIMG_20250829_135642"/>
          <p:cNvPicPr/>
          <p:nvPr/>
        </p:nvPicPr>
        <p:blipFill>
          <a:blip r:embed="rId2"/>
          <a:srcRect t="17645" b="17645"/>
          <a:stretch>
            <a:fillRect/>
          </a:stretch>
        </p:blipFill>
        <p:spPr>
          <a:xfrm>
            <a:off x="4116705" y="5770880"/>
            <a:ext cx="91751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2844165" y="555625"/>
            <a:ext cx="917510" cy="914400"/>
          </a:xfrm>
          <a:prstGeom prst="rect">
            <a:avLst/>
          </a:prstGeom>
        </p:spPr>
      </p:pic>
      <p:pic>
        <p:nvPicPr>
          <p:cNvPr id="6" name="Picture 5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1129030" y="450850"/>
            <a:ext cx="917510" cy="914400"/>
          </a:xfrm>
          <a:prstGeom prst="rect">
            <a:avLst/>
          </a:prstGeom>
        </p:spPr>
      </p:pic>
      <p:pic>
        <p:nvPicPr>
          <p:cNvPr id="7" name="Picture 6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1129030" y="1974215"/>
            <a:ext cx="917510" cy="914400"/>
          </a:xfrm>
          <a:prstGeom prst="rect">
            <a:avLst/>
          </a:prstGeom>
        </p:spPr>
      </p:pic>
      <p:pic>
        <p:nvPicPr>
          <p:cNvPr id="8" name="Picture 7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1129030" y="3406140"/>
            <a:ext cx="917510" cy="914400"/>
          </a:xfrm>
          <a:prstGeom prst="rect">
            <a:avLst/>
          </a:prstGeom>
        </p:spPr>
      </p:pic>
      <p:pic>
        <p:nvPicPr>
          <p:cNvPr id="11" name="Picture 10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2844165" y="1974215"/>
            <a:ext cx="917510" cy="914400"/>
          </a:xfrm>
          <a:prstGeom prst="rect">
            <a:avLst/>
          </a:prstGeom>
        </p:spPr>
      </p:pic>
      <p:pic>
        <p:nvPicPr>
          <p:cNvPr id="12" name="Picture 11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1129030" y="5121275"/>
            <a:ext cx="91751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USER\Desktop\PRINT\IMG_20250826_104637.jpgIMG_20250826_104637"/>
          <p:cNvPicPr/>
          <p:nvPr/>
        </p:nvPicPr>
        <p:blipFill>
          <a:blip r:embed="rId1"/>
          <a:srcRect t="10938" b="10937"/>
          <a:stretch>
            <a:fillRect/>
          </a:stretch>
        </p:blipFill>
        <p:spPr>
          <a:xfrm>
            <a:off x="803910" y="1235710"/>
            <a:ext cx="1828800" cy="1828800"/>
          </a:xfrm>
          <a:prstGeom prst="rect">
            <a:avLst/>
          </a:prstGeom>
        </p:spPr>
      </p:pic>
      <p:pic>
        <p:nvPicPr>
          <p:cNvPr id="6" name="Picture 5" descr="C:\Users\USER\Desktop\PRINT\IMG_20250826_104637.jpgIMG_20250826_104637"/>
          <p:cNvPicPr/>
          <p:nvPr/>
        </p:nvPicPr>
        <p:blipFill>
          <a:blip r:embed="rId1"/>
          <a:srcRect t="10938" b="10937"/>
          <a:stretch>
            <a:fillRect/>
          </a:stretch>
        </p:blipFill>
        <p:spPr>
          <a:xfrm>
            <a:off x="3660140" y="1235710"/>
            <a:ext cx="1828800" cy="1828800"/>
          </a:xfrm>
          <a:prstGeom prst="rect">
            <a:avLst/>
          </a:prstGeom>
        </p:spPr>
      </p:pic>
      <p:pic>
        <p:nvPicPr>
          <p:cNvPr id="7" name="Picture 6" descr="C:\Users\USER\Desktop\PRINT\IMG_20250826_104637.jpgIMG_20250826_104637"/>
          <p:cNvPicPr/>
          <p:nvPr/>
        </p:nvPicPr>
        <p:blipFill>
          <a:blip r:embed="rId1"/>
          <a:srcRect t="10937" b="10938"/>
          <a:stretch>
            <a:fillRect/>
          </a:stretch>
        </p:blipFill>
        <p:spPr>
          <a:xfrm>
            <a:off x="803910" y="4142740"/>
            <a:ext cx="1828800" cy="1828800"/>
          </a:xfrm>
          <a:prstGeom prst="rect">
            <a:avLst/>
          </a:prstGeom>
        </p:spPr>
      </p:pic>
      <p:pic>
        <p:nvPicPr>
          <p:cNvPr id="8" name="Picture 7" descr="C:\Users\USER\Desktop\PRINT\IMG_20250826_104637.jpgIMG_20250826_104637"/>
          <p:cNvPicPr/>
          <p:nvPr/>
        </p:nvPicPr>
        <p:blipFill>
          <a:blip r:embed="rId1"/>
          <a:srcRect t="10937" b="10938"/>
          <a:stretch>
            <a:fillRect/>
          </a:stretch>
        </p:blipFill>
        <p:spPr>
          <a:xfrm>
            <a:off x="3792855" y="41427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852170" y="348615"/>
            <a:ext cx="2286000" cy="1371600"/>
          </a:xfrm>
          <a:prstGeom prst="rect">
            <a:avLst/>
          </a:prstGeom>
        </p:spPr>
      </p:pic>
      <p:pic>
        <p:nvPicPr>
          <p:cNvPr id="6" name="Picture 5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8190230" y="348615"/>
            <a:ext cx="2286000" cy="1371600"/>
          </a:xfrm>
          <a:prstGeom prst="rect">
            <a:avLst/>
          </a:prstGeom>
        </p:spPr>
      </p:pic>
      <p:pic>
        <p:nvPicPr>
          <p:cNvPr id="7" name="Picture 6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918845" y="1932305"/>
            <a:ext cx="2286000" cy="1371600"/>
          </a:xfrm>
          <a:prstGeom prst="rect">
            <a:avLst/>
          </a:prstGeom>
        </p:spPr>
      </p:pic>
      <p:pic>
        <p:nvPicPr>
          <p:cNvPr id="8" name="Picture 7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918845" y="3575050"/>
            <a:ext cx="2286000" cy="1371600"/>
          </a:xfrm>
          <a:prstGeom prst="rect">
            <a:avLst/>
          </a:prstGeom>
        </p:spPr>
      </p:pic>
      <p:pic>
        <p:nvPicPr>
          <p:cNvPr id="2" name="Picture 1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4602480" y="411480"/>
            <a:ext cx="2286000" cy="1371600"/>
          </a:xfrm>
          <a:prstGeom prst="rect">
            <a:avLst/>
          </a:prstGeom>
        </p:spPr>
      </p:pic>
      <p:pic>
        <p:nvPicPr>
          <p:cNvPr id="3" name="Picture 2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8249285" y="1932305"/>
            <a:ext cx="2286000" cy="1371600"/>
          </a:xfrm>
          <a:prstGeom prst="rect">
            <a:avLst/>
          </a:prstGeom>
        </p:spPr>
      </p:pic>
      <p:pic>
        <p:nvPicPr>
          <p:cNvPr id="4" name="Picture 3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4681220" y="2057400"/>
            <a:ext cx="2286000" cy="1371600"/>
          </a:xfrm>
          <a:prstGeom prst="rect">
            <a:avLst/>
          </a:prstGeom>
        </p:spPr>
      </p:pic>
      <p:pic>
        <p:nvPicPr>
          <p:cNvPr id="9" name="Picture 8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8249285" y="3515995"/>
            <a:ext cx="2286000" cy="1371600"/>
          </a:xfrm>
          <a:prstGeom prst="rect">
            <a:avLst/>
          </a:prstGeom>
        </p:spPr>
      </p:pic>
      <p:pic>
        <p:nvPicPr>
          <p:cNvPr id="10" name="Picture 9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4748530" y="3703320"/>
            <a:ext cx="2286000" cy="1371600"/>
          </a:xfrm>
          <a:prstGeom prst="rect">
            <a:avLst/>
          </a:prstGeom>
        </p:spPr>
      </p:pic>
      <p:pic>
        <p:nvPicPr>
          <p:cNvPr id="11" name="Picture 10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4748530" y="5349240"/>
            <a:ext cx="2286000" cy="1371600"/>
          </a:xfrm>
          <a:prstGeom prst="rect">
            <a:avLst/>
          </a:prstGeom>
        </p:spPr>
      </p:pic>
      <p:pic>
        <p:nvPicPr>
          <p:cNvPr id="12" name="Picture 11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979170" y="5217795"/>
            <a:ext cx="2286000" cy="1371600"/>
          </a:xfrm>
          <a:prstGeom prst="rect">
            <a:avLst/>
          </a:prstGeom>
        </p:spPr>
      </p:pic>
      <p:pic>
        <p:nvPicPr>
          <p:cNvPr id="13" name="Picture 12" descr="C:\Users\USER\Desktop\PRINT\IMG_20250829_113428.jpgIMG_20250829_113428"/>
          <p:cNvPicPr/>
          <p:nvPr/>
        </p:nvPicPr>
        <p:blipFill>
          <a:blip r:embed="rId1"/>
          <a:srcRect t="875" b="875"/>
          <a:stretch>
            <a:fillRect/>
          </a:stretch>
        </p:blipFill>
        <p:spPr>
          <a:xfrm>
            <a:off x="8249285" y="528066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573" b="573"/>
          <a:stretch>
            <a:fillRect/>
          </a:stretch>
        </p:blipFill>
        <p:spPr>
          <a:xfrm>
            <a:off x="3989705" y="766445"/>
            <a:ext cx="1828800" cy="1828800"/>
          </a:xfrm>
          <a:prstGeom prst="rect">
            <a:avLst/>
          </a:prstGeom>
        </p:spPr>
      </p:pic>
      <p:pic>
        <p:nvPicPr>
          <p:cNvPr id="7" name="Picture 6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573" b="573"/>
          <a:stretch>
            <a:fillRect/>
          </a:stretch>
        </p:blipFill>
        <p:spPr>
          <a:xfrm>
            <a:off x="947420" y="766445"/>
            <a:ext cx="1828800" cy="1828800"/>
          </a:xfrm>
          <a:prstGeom prst="rect">
            <a:avLst/>
          </a:prstGeom>
        </p:spPr>
      </p:pic>
      <p:pic>
        <p:nvPicPr>
          <p:cNvPr id="8" name="Picture 7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573" b="573"/>
          <a:stretch>
            <a:fillRect/>
          </a:stretch>
        </p:blipFill>
        <p:spPr>
          <a:xfrm>
            <a:off x="803910" y="4138295"/>
            <a:ext cx="1828800" cy="1828800"/>
          </a:xfrm>
          <a:prstGeom prst="rect">
            <a:avLst/>
          </a:prstGeom>
        </p:spPr>
      </p:pic>
      <p:pic>
        <p:nvPicPr>
          <p:cNvPr id="2" name="Picture 1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758" b="758"/>
          <a:stretch>
            <a:fillRect/>
          </a:stretch>
        </p:blipFill>
        <p:spPr>
          <a:xfrm>
            <a:off x="5818505" y="5426710"/>
            <a:ext cx="917510" cy="914400"/>
          </a:xfrm>
          <a:prstGeom prst="rect">
            <a:avLst/>
          </a:prstGeom>
        </p:spPr>
      </p:pic>
      <p:pic>
        <p:nvPicPr>
          <p:cNvPr id="3" name="Picture 2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758" b="758"/>
          <a:stretch>
            <a:fillRect/>
          </a:stretch>
        </p:blipFill>
        <p:spPr>
          <a:xfrm>
            <a:off x="5818505" y="3693795"/>
            <a:ext cx="917510" cy="914400"/>
          </a:xfrm>
          <a:prstGeom prst="rect">
            <a:avLst/>
          </a:prstGeom>
        </p:spPr>
      </p:pic>
      <p:pic>
        <p:nvPicPr>
          <p:cNvPr id="4" name="Picture 3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758" b="758"/>
          <a:stretch>
            <a:fillRect/>
          </a:stretch>
        </p:blipFill>
        <p:spPr>
          <a:xfrm>
            <a:off x="3905885" y="3693795"/>
            <a:ext cx="917510" cy="914400"/>
          </a:xfrm>
          <a:prstGeom prst="rect">
            <a:avLst/>
          </a:prstGeom>
        </p:spPr>
      </p:pic>
      <p:pic>
        <p:nvPicPr>
          <p:cNvPr id="9" name="Picture 8" descr="C:\Users\USER\Desktop\PRINT\Messenger_creation_5B30E6F0-C817-4B41-AB5F-535555293970.jpegMessenger_creation_5B30E6F0-C817-4B41-AB5F-535555293970"/>
          <p:cNvPicPr/>
          <p:nvPr/>
        </p:nvPicPr>
        <p:blipFill>
          <a:blip r:embed="rId1"/>
          <a:srcRect t="758" b="758"/>
          <a:stretch>
            <a:fillRect/>
          </a:stretch>
        </p:blipFill>
        <p:spPr>
          <a:xfrm>
            <a:off x="3905885" y="5426710"/>
            <a:ext cx="91751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USER\Desktop\PRINT\Messenger_creation_B46B56C1-966B-4076-8950-EC484DD64A11.jpegMessenger_creation_B46B56C1-966B-4076-8950-EC484DD64A11"/>
          <p:cNvPicPr/>
          <p:nvPr/>
        </p:nvPicPr>
        <p:blipFill>
          <a:blip r:embed="rId1"/>
          <a:srcRect t="12639" b="12639"/>
          <a:stretch>
            <a:fillRect/>
          </a:stretch>
        </p:blipFill>
        <p:spPr>
          <a:xfrm>
            <a:off x="826135" y="1330325"/>
            <a:ext cx="2743200" cy="1371600"/>
          </a:xfrm>
          <a:prstGeom prst="rect">
            <a:avLst/>
          </a:prstGeom>
        </p:spPr>
      </p:pic>
      <p:pic>
        <p:nvPicPr>
          <p:cNvPr id="4" name="Picture 3" descr="C:\Users\USER\Desktop\PRINT\Messenger_creation_B46B56C1-966B-4076-8950-EC484DD64A11.jpegMessenger_creation_B46B56C1-966B-4076-8950-EC484DD64A11"/>
          <p:cNvPicPr/>
          <p:nvPr/>
        </p:nvPicPr>
        <p:blipFill>
          <a:blip r:embed="rId1"/>
          <a:srcRect t="12639" b="12639"/>
          <a:stretch>
            <a:fillRect/>
          </a:stretch>
        </p:blipFill>
        <p:spPr>
          <a:xfrm>
            <a:off x="826135" y="386842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1694815" y="3429000"/>
            <a:ext cx="3200400" cy="2286000"/>
          </a:xfrm>
          <a:prstGeom prst="rect">
            <a:avLst/>
          </a:prstGeom>
        </p:spPr>
      </p:pic>
      <p:pic>
        <p:nvPicPr>
          <p:cNvPr id="2" name="Picture 1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1694815" y="914400"/>
            <a:ext cx="3200400" cy="2286000"/>
          </a:xfrm>
          <a:prstGeom prst="rect">
            <a:avLst/>
          </a:prstGeom>
        </p:spPr>
      </p:pic>
      <p:pic>
        <p:nvPicPr>
          <p:cNvPr id="3" name="Picture 2" descr="IMG_20250814_205609_581"/>
          <p:cNvPicPr/>
          <p:nvPr/>
        </p:nvPicPr>
        <p:blipFill>
          <a:blip r:embed="rId1"/>
          <a:stretch>
            <a:fillRect/>
          </a:stretch>
        </p:blipFill>
        <p:spPr>
          <a:xfrm>
            <a:off x="5216525" y="22860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13047345" y="-2040255"/>
            <a:ext cx="1261872" cy="1618488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" name="Picture 2" descr="q"/>
          <p:cNvPicPr/>
          <p:nvPr/>
        </p:nvPicPr>
        <p:blipFill>
          <a:blip r:embed="rId2"/>
          <a:stretch>
            <a:fillRect/>
          </a:stretch>
        </p:blipFill>
        <p:spPr>
          <a:xfrm>
            <a:off x="2096135" y="1180465"/>
            <a:ext cx="1261872" cy="1618488"/>
          </a:xfrm>
          <a:prstGeom prst="rect">
            <a:avLst/>
          </a:prstGeom>
        </p:spPr>
      </p:pic>
      <p:pic>
        <p:nvPicPr>
          <p:cNvPr id="4" name="Picture 3" descr="q"/>
          <p:cNvPicPr/>
          <p:nvPr/>
        </p:nvPicPr>
        <p:blipFill>
          <a:blip r:embed="rId2"/>
          <a:stretch>
            <a:fillRect/>
          </a:stretch>
        </p:blipFill>
        <p:spPr>
          <a:xfrm>
            <a:off x="2096135" y="2992755"/>
            <a:ext cx="1261872" cy="1618488"/>
          </a:xfrm>
          <a:prstGeom prst="rect">
            <a:avLst/>
          </a:prstGeom>
        </p:spPr>
      </p:pic>
      <p:pic>
        <p:nvPicPr>
          <p:cNvPr id="5" name="Picture 4" descr="q"/>
          <p:cNvPicPr/>
          <p:nvPr/>
        </p:nvPicPr>
        <p:blipFill>
          <a:blip r:embed="rId2"/>
          <a:stretch>
            <a:fillRect/>
          </a:stretch>
        </p:blipFill>
        <p:spPr>
          <a:xfrm>
            <a:off x="3688080" y="1180465"/>
            <a:ext cx="1261872" cy="1618488"/>
          </a:xfrm>
          <a:prstGeom prst="rect">
            <a:avLst/>
          </a:prstGeom>
        </p:spPr>
      </p:pic>
      <p:pic>
        <p:nvPicPr>
          <p:cNvPr id="6" name="Picture 5" descr="q"/>
          <p:cNvPicPr/>
          <p:nvPr/>
        </p:nvPicPr>
        <p:blipFill>
          <a:blip r:embed="rId2"/>
          <a:stretch>
            <a:fillRect/>
          </a:stretch>
        </p:blipFill>
        <p:spPr>
          <a:xfrm>
            <a:off x="3688080" y="2992755"/>
            <a:ext cx="1261872" cy="1618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</cp:lastModifiedBy>
  <cp:revision>30</cp:revision>
  <dcterms:created xsi:type="dcterms:W3CDTF">2025-08-19T02:21:00Z</dcterms:created>
  <dcterms:modified xsi:type="dcterms:W3CDTF">2025-12-09T08:18:43Z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D85D77BC5D9D48409A84AE2EDF5E6BDA_11</vt:lpwstr>
  </property>
  <property fmtid="{D5CDD505-2E9C-101B-9397-08002B2CF9AE}" pid="3" name="KSOProductBuildVer">
    <vt:lpwstr>1033-12.2.0.21931</vt:lpwstr>
  </property>
</Properties>
</file>